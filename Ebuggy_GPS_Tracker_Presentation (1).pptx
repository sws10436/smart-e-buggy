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004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790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710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41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433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7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523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835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47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1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75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10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916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494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5176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713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342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6228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E‑Buggy GPS Tracking and Emission Monitoring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Hardware and Frontend System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 shuttle buggy location in real time using GPS</a:t>
            </a:r>
          </a:p>
          <a:p>
            <a:r>
              <a:t>Transmit live location to webpage using Wi‑Fi</a:t>
            </a:r>
          </a:p>
          <a:p>
            <a:r>
              <a:t>Monitor travelled distance and emission comparison</a:t>
            </a:r>
          </a:p>
          <a:p>
            <a:r>
              <a:t>Provide visual analysis between EV buggy and diesel buggy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consists of GPS module and ESP8266 controller</a:t>
            </a:r>
          </a:p>
          <a:p>
            <a:r>
              <a:t>GPS module determines geographical location</a:t>
            </a:r>
          </a:p>
          <a:p>
            <a:r>
              <a:t>ESP8266 processes data and transmits via Wi‑Fi</a:t>
            </a:r>
          </a:p>
          <a:p>
            <a:r>
              <a:t>Live data is displayed on a webpage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NEO‑6M GPS Module (Location Sensor)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Connects to multiple GPS satellites</a:t>
            </a:r>
          </a:p>
          <a:p>
            <a:r>
              <a:t>Calculates latitude and longitude of the vehicle</a:t>
            </a:r>
          </a:p>
          <a:p>
            <a:r>
              <a:t>Provides real-time outdoor positioning</a:t>
            </a:r>
          </a:p>
          <a:p>
            <a:r>
              <a:t>Connected to ESP8266 using serial TX-RX communication</a:t>
            </a:r>
          </a:p>
          <a:p>
            <a:r>
              <a:t>Acts as the location sensing unit of the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ESP8266 (Controller + Wi‑Fi Module)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Acts as the central processing unit</a:t>
            </a:r>
          </a:p>
          <a:p>
            <a:r>
              <a:t>Receives coordinates from GPS module</a:t>
            </a:r>
          </a:p>
          <a:p>
            <a:r>
              <a:t>Processes and formats location data</a:t>
            </a:r>
          </a:p>
          <a:p>
            <a:r>
              <a:t>Connects to Wi‑Fi network</a:t>
            </a:r>
          </a:p>
          <a:p>
            <a:r>
              <a:t>Uploads live data to webpage/server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Working –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GPS module receives satellite signals</a:t>
            </a:r>
          </a:p>
          <a:p>
            <a:r>
              <a:t>Latitude and longitude are calculated</a:t>
            </a:r>
          </a:p>
          <a:p>
            <a:r>
              <a:t>Coordinates sent to ESP8266 via serial connection</a:t>
            </a:r>
          </a:p>
          <a:p>
            <a:r>
              <a:t>ESP8266 processes and formats data</a:t>
            </a:r>
          </a:p>
          <a:p>
            <a:r>
              <a:t>Location uploaded to webpage through Wi‑Fi</a:t>
            </a:r>
          </a:p>
          <a:p>
            <a:r>
              <a:t>Live position updated continuously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743F2-735E-EC3D-96BB-6FF81F2F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69" y="345248"/>
            <a:ext cx="7772400" cy="1468800"/>
          </a:xfrm>
        </p:spPr>
        <p:txBody>
          <a:bodyPr/>
          <a:lstStyle/>
          <a:p>
            <a:r>
              <a:rPr lang="en-IN" dirty="0"/>
              <a:t>Working SIMULATION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DC4F1-66EE-4D79-2727-E5DAAB70A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469" y="2998800"/>
            <a:ext cx="7772400" cy="860400"/>
          </a:xfrm>
        </p:spPr>
        <p:txBody>
          <a:bodyPr/>
          <a:lstStyle/>
          <a:p>
            <a:r>
              <a:rPr lang="en-IN" dirty="0"/>
              <a:t>https://wokwi.com/projects/455139754128446465</a:t>
            </a:r>
          </a:p>
        </p:txBody>
      </p:sp>
    </p:spTree>
    <p:extLst>
      <p:ext uri="{BB962C8B-B14F-4D97-AF65-F5344CB8AC3E}">
        <p14:creationId xmlns:p14="http://schemas.microsoft.com/office/powerpoint/2010/main" val="1824784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web dashboard for monitoring buggy data</a:t>
            </a:r>
          </a:p>
          <a:p>
            <a:r>
              <a:t>Homepage explaining system and navigation options</a:t>
            </a:r>
          </a:p>
          <a:p>
            <a:r>
              <a:t>Distance tracking section showing travelled data</a:t>
            </a:r>
          </a:p>
          <a:p>
            <a:r>
              <a:t>Visualisation section for emission comparison</a:t>
            </a:r>
          </a:p>
          <a:p>
            <a:r>
              <a:t>GPS location section displaying live coordinates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Distance Tracking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Distance collected from GPS tracking data</a:t>
            </a:r>
          </a:p>
          <a:p>
            <a:r>
              <a:t>Displays weekly travelled distance</a:t>
            </a:r>
          </a:p>
          <a:p>
            <a:r>
              <a:t>Used as input for emission calculation</a:t>
            </a:r>
          </a:p>
          <a:p>
            <a:r>
              <a:t>Helps analyse vehicle usage patterns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Emission Comparison Visualisation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 graphs comparing EV and diesel emissions</a:t>
            </a:r>
          </a:p>
          <a:p>
            <a:r>
              <a:t>Weekly, monthly, and yearly views available</a:t>
            </a:r>
          </a:p>
          <a:p>
            <a:r>
              <a:t>CO₂ emission calculated per km travelled</a:t>
            </a:r>
          </a:p>
          <a:p>
            <a:r>
              <a:t>Highlights environmental advantage of electric buggy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GPS Location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real-time latitude and longitude</a:t>
            </a:r>
          </a:p>
          <a:p>
            <a:r>
              <a:t>Simulates onboard GPS tracking</a:t>
            </a:r>
          </a:p>
          <a:p>
            <a:r>
              <a:t>Location fetched and updated dynamically</a:t>
            </a:r>
          </a:p>
          <a:p>
            <a:r>
              <a:t>Allows monitoring of vehicle movement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enables real-time tracking of shuttle buggy</a:t>
            </a:r>
          </a:p>
          <a:p>
            <a:r>
              <a:t>Combines hardware sensing with web-based monitoring</a:t>
            </a:r>
          </a:p>
          <a:p>
            <a:r>
              <a:t>Provides emission comparison for sustainability analysis</a:t>
            </a:r>
          </a:p>
          <a:p>
            <a:r>
              <a:t>Scalable for smart campus or fleet monitoring systems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114</TotalTime>
  <Words>352</Words>
  <Application>Microsoft Office PowerPoint</Application>
  <PresentationFormat>On-screen Show (4:3)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Celestial</vt:lpstr>
      <vt:lpstr>E‑Buggy GPS Tracking and Emission Monitoring System</vt:lpstr>
      <vt:lpstr>Aim of the System</vt:lpstr>
      <vt:lpstr>Hardware Overview</vt:lpstr>
      <vt:lpstr>NEO‑6M GPS Module (Location Sensor)</vt:lpstr>
      <vt:lpstr>ESP8266 (Controller + Wi‑Fi Module)</vt:lpstr>
      <vt:lpstr>System Working – Step by Step</vt:lpstr>
      <vt:lpstr>Working SIMULATION</vt:lpstr>
      <vt:lpstr>Frontend Dashboard Overview</vt:lpstr>
      <vt:lpstr>Distance Tracking Module</vt:lpstr>
      <vt:lpstr>Emission Comparison Visualisation</vt:lpstr>
      <vt:lpstr>Live GPS Location Interface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SWASTIK MISHRA</cp:lastModifiedBy>
  <cp:revision>3</cp:revision>
  <dcterms:created xsi:type="dcterms:W3CDTF">2013-01-27T09:14:16Z</dcterms:created>
  <dcterms:modified xsi:type="dcterms:W3CDTF">2026-02-05T18:52:53Z</dcterms:modified>
  <cp:category/>
</cp:coreProperties>
</file>